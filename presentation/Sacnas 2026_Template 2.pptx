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GFS Artemisia Bold" panose="02000503080000020003"/>
      <p:regular r:id="rId3"/>
      <p:bold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68" autoAdjust="0"/>
  </p:normalViewPr>
  <p:slideViewPr>
    <p:cSldViewPr>
      <p:cViewPr varScale="1">
        <p:scale>
          <a:sx n="73" d="100"/>
          <a:sy n="73" d="100"/>
        </p:scale>
        <p:origin x="704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42384" cy="9139613"/>
            <a:chOff x="0" y="0"/>
            <a:chExt cx="116513" cy="24071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6513" cy="2407141"/>
            </a:xfrm>
            <a:custGeom>
              <a:avLst/>
              <a:gdLst/>
              <a:ahLst/>
              <a:cxnLst/>
              <a:rect l="l" t="t" r="r" b="b"/>
              <a:pathLst>
                <a:path w="116513" h="2407141">
                  <a:moveTo>
                    <a:pt x="0" y="0"/>
                  </a:moveTo>
                  <a:lnTo>
                    <a:pt x="116513" y="0"/>
                  </a:lnTo>
                  <a:lnTo>
                    <a:pt x="116513" y="2407141"/>
                  </a:lnTo>
                  <a:lnTo>
                    <a:pt x="0" y="2407141"/>
                  </a:lnTo>
                  <a:close/>
                </a:path>
              </a:pathLst>
            </a:custGeom>
            <a:solidFill>
              <a:srgbClr val="67B8C6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6513" cy="2445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8159995" y="-8159995"/>
            <a:ext cx="414123" cy="16734113"/>
            <a:chOff x="0" y="0"/>
            <a:chExt cx="109069" cy="44073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9069" cy="4407338"/>
            </a:xfrm>
            <a:custGeom>
              <a:avLst/>
              <a:gdLst/>
              <a:ahLst/>
              <a:cxnLst/>
              <a:rect l="l" t="t" r="r" b="b"/>
              <a:pathLst>
                <a:path w="109069" h="4407338">
                  <a:moveTo>
                    <a:pt x="0" y="0"/>
                  </a:moveTo>
                  <a:lnTo>
                    <a:pt x="109069" y="0"/>
                  </a:lnTo>
                  <a:lnTo>
                    <a:pt x="109069" y="4407338"/>
                  </a:lnTo>
                  <a:lnTo>
                    <a:pt x="0" y="4407338"/>
                  </a:lnTo>
                  <a:close/>
                </a:path>
              </a:pathLst>
            </a:custGeom>
            <a:solidFill>
              <a:srgbClr val="67B8C6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9069" cy="44454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850579" y="1234190"/>
            <a:ext cx="437421" cy="9052810"/>
            <a:chOff x="0" y="0"/>
            <a:chExt cx="115205" cy="238427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5205" cy="2384279"/>
            </a:xfrm>
            <a:custGeom>
              <a:avLst/>
              <a:gdLst/>
              <a:ahLst/>
              <a:cxnLst/>
              <a:rect l="l" t="t" r="r" b="b"/>
              <a:pathLst>
                <a:path w="115205" h="2384279">
                  <a:moveTo>
                    <a:pt x="0" y="0"/>
                  </a:moveTo>
                  <a:lnTo>
                    <a:pt x="115205" y="0"/>
                  </a:lnTo>
                  <a:lnTo>
                    <a:pt x="115205" y="2384279"/>
                  </a:lnTo>
                  <a:lnTo>
                    <a:pt x="0" y="2384279"/>
                  </a:lnTo>
                  <a:close/>
                </a:path>
              </a:pathLst>
            </a:custGeom>
            <a:solidFill>
              <a:srgbClr val="67B8C6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5205" cy="2422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11250906" y="3249906"/>
            <a:ext cx="437421" cy="13636768"/>
            <a:chOff x="0" y="0"/>
            <a:chExt cx="115205" cy="359157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5205" cy="3591577"/>
            </a:xfrm>
            <a:custGeom>
              <a:avLst/>
              <a:gdLst/>
              <a:ahLst/>
              <a:cxnLst/>
              <a:rect l="l" t="t" r="r" b="b"/>
              <a:pathLst>
                <a:path w="115205" h="3591577">
                  <a:moveTo>
                    <a:pt x="0" y="0"/>
                  </a:moveTo>
                  <a:lnTo>
                    <a:pt x="115205" y="0"/>
                  </a:lnTo>
                  <a:lnTo>
                    <a:pt x="115205" y="3591577"/>
                  </a:lnTo>
                  <a:lnTo>
                    <a:pt x="0" y="3591577"/>
                  </a:lnTo>
                  <a:close/>
                </a:path>
              </a:pathLst>
            </a:custGeom>
            <a:solidFill>
              <a:srgbClr val="67B8C6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5205" cy="3629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734113" y="0"/>
            <a:ext cx="1553887" cy="1234190"/>
            <a:chOff x="0" y="0"/>
            <a:chExt cx="409254" cy="32505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09254" cy="325054"/>
            </a:xfrm>
            <a:custGeom>
              <a:avLst/>
              <a:gdLst/>
              <a:ahLst/>
              <a:cxnLst/>
              <a:rect l="l" t="t" r="r" b="b"/>
              <a:pathLst>
                <a:path w="409254" h="325054">
                  <a:moveTo>
                    <a:pt x="0" y="0"/>
                  </a:moveTo>
                  <a:lnTo>
                    <a:pt x="409254" y="0"/>
                  </a:lnTo>
                  <a:lnTo>
                    <a:pt x="409254" y="325054"/>
                  </a:lnTo>
                  <a:lnTo>
                    <a:pt x="0" y="325054"/>
                  </a:lnTo>
                  <a:close/>
                </a:path>
              </a:pathLst>
            </a:custGeom>
            <a:solidFill>
              <a:srgbClr val="67B8C6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409254" cy="382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 dirty="0">
                  <a:solidFill>
                    <a:srgbClr val="000000"/>
                  </a:solidFill>
                  <a:latin typeface="GFS Artemisia Bold"/>
                  <a:ea typeface="GFS Artemisia Bold"/>
                  <a:cs typeface="GFS Artemisia Bold"/>
                  <a:sym typeface="GFS Artemisia Bold"/>
                </a:rPr>
                <a:t>Poster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 b="1" dirty="0">
                  <a:solidFill>
                    <a:srgbClr val="000000"/>
                  </a:solidFill>
                  <a:latin typeface="GFS Artemisia Bold"/>
                  <a:ea typeface="GFS Artemisia Bold"/>
                  <a:cs typeface="GFS Artemisia Bold"/>
                  <a:sym typeface="GFS Artemisia Bold"/>
                </a:rPr>
                <a:t>#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-224376" y="7826053"/>
            <a:ext cx="5109464" cy="2864493"/>
          </a:xfrm>
          <a:custGeom>
            <a:avLst/>
            <a:gdLst/>
            <a:ahLst/>
            <a:cxnLst/>
            <a:rect l="l" t="t" r="r" b="b"/>
            <a:pathLst>
              <a:path w="5109464" h="2864493">
                <a:moveTo>
                  <a:pt x="0" y="0"/>
                </a:moveTo>
                <a:lnTo>
                  <a:pt x="5109464" y="0"/>
                </a:lnTo>
                <a:lnTo>
                  <a:pt x="5109464" y="2864494"/>
                </a:lnTo>
                <a:lnTo>
                  <a:pt x="0" y="28644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_tradn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GFS Artemisia Bold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</dc:title>
  <cp:lastModifiedBy>CHRISTIAN D DEL VALLE COLON</cp:lastModifiedBy>
  <cp:revision>2</cp:revision>
  <dcterms:created xsi:type="dcterms:W3CDTF">2006-08-16T00:00:00Z</dcterms:created>
  <dcterms:modified xsi:type="dcterms:W3CDTF">2026-02-13T02:07:58Z</dcterms:modified>
  <dc:identifier>DAGdr26KSX8</dc:identifier>
</cp:coreProperties>
</file>